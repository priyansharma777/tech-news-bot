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60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8092440" y="0"/>
            <a:ext cx="27432" cy="68580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50292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502920"/>
            <a:ext cx="146304" cy="146304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6" name="Shape 4"/>
          <p:cNvSpPr/>
          <p:nvPr/>
        </p:nvSpPr>
        <p:spPr>
          <a:xfrm>
            <a:off x="9235440" y="502920"/>
            <a:ext cx="146304" cy="14630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86868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96528" y="1051560"/>
            <a:ext cx="2880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cron: “30 00 * * *"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contents: write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fetch-and-publish: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B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NEWS.md updated 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Daily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News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self-running GitHub Actions pipeline that curates trending tech news and repositories every single day — with zero manual effort.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91440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440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Priyanshu Sharma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updated is a full-time job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6B6B"/>
            </a:solidFill>
            <a:prstDash val="solid"/>
          </a:ln>
        </p:spPr>
      </p:sp>
      <p:pic>
        <p:nvPicPr>
          <p:cNvPr id="8" name="Image 0" descr="/home/claude/ppt/icons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4505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overload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News, GitHub Trending, dozens of newsletters — relevant signal is buried in noise across too many tabs.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19659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286000"/>
            <a:ext cx="640080" cy="640080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6B6B"/>
            </a:solidFill>
            <a:prstDash val="solid"/>
          </a:ln>
        </p:spPr>
      </p:sp>
      <p:pic>
        <p:nvPicPr>
          <p:cNvPr id="13" name="Image 1" descr="/home/claude/ppt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4505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checking wastes time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060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lose 15–20 minutes a day just refreshing feeds instead of building.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19659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41080" y="2286000"/>
            <a:ext cx="640080" cy="640080"/>
          </a:xfrm>
          <a:prstGeom prst="ellipse">
            <a:avLst/>
          </a:prstGeom>
          <a:solidFill>
            <a:srgbClr val="0D1117"/>
          </a:solidFill>
          <a:ln w="15875">
            <a:solidFill>
              <a:srgbClr val="FF6B6B"/>
            </a:solidFill>
            <a:prstDash val="solid"/>
          </a:ln>
        </p:spPr>
      </p:sp>
      <p:pic>
        <p:nvPicPr>
          <p:cNvPr id="18" name="Image 2" descr="/home/claude/ppt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24505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4108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64108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repos and stories get discovered late — or missed completely — with no central, versioned record.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C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60120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either fall behind on trends or burn time doing what a script could do automatically.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autonomous news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Actions workflow wakes up every day at 00:30 UTC (6:00 AM IST), pulls fresh data from two free public APIs, formats it into clean Markdown, and commits it straight back to the repository — no server, no dashboard, no manual step.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1C253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8" name="Image 0" descr="/home/claude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547872"/>
            <a:ext cx="146304" cy="146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401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— runs entirely on free GitHub-hosted runners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005072"/>
            <a:ext cx="384048" cy="384048"/>
          </a:xfrm>
          <a:prstGeom prst="ellipse">
            <a:avLst/>
          </a:prstGeom>
          <a:solidFill>
            <a:srgbClr val="1C253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1" name="Image 1" descr="/home/claude/ppt/icons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23944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with retries, backoff and graceful degradation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581144"/>
            <a:ext cx="384048" cy="384048"/>
          </a:xfrm>
          <a:prstGeom prst="ellipse">
            <a:avLst/>
          </a:prstGeom>
          <a:solidFill>
            <a:srgbClr val="1C253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4" name="Image 2" descr="/home/claude/ppt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700016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5537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token scoping for secure automated commits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57216"/>
            <a:ext cx="384048" cy="384048"/>
          </a:xfrm>
          <a:prstGeom prst="ellipse">
            <a:avLst/>
          </a:prstGeom>
          <a:solidFill>
            <a:srgbClr val="1C253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7" name="Image 3" descr="/home/claude/ppt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276088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1297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trigger manually, or fully hands-off on schedule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086600" y="1691640"/>
            <a:ext cx="4480560" cy="4434840"/>
          </a:xfrm>
          <a:prstGeom prst="roundRect">
            <a:avLst>
              <a:gd name="adj" fmla="val 20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086600" y="1691640"/>
            <a:ext cx="4480560" cy="502920"/>
          </a:xfrm>
          <a:prstGeom prst="rect">
            <a:avLst/>
          </a:prstGeom>
          <a:solidFill>
            <a:srgbClr val="1C2530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0" y="187452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Shape 16"/>
          <p:cNvSpPr/>
          <p:nvPr/>
        </p:nvSpPr>
        <p:spPr>
          <a:xfrm>
            <a:off x="7571232" y="1874520"/>
            <a:ext cx="128016" cy="128016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23" name="Shape 17"/>
          <p:cNvSpPr/>
          <p:nvPr/>
        </p:nvSpPr>
        <p:spPr>
          <a:xfrm>
            <a:off x="7827264" y="187452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18"/>
          <p:cNvSpPr/>
          <p:nvPr/>
        </p:nvSpPr>
        <p:spPr>
          <a:xfrm>
            <a:off x="82753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NEWS.md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60920" y="2423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📰 Daily Tech News — 2026-07-14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36092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Hacker News — Top Stories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360920" y="32644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Rust in the Linux kernel — 812 pts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 JS runtime benchmarks — 640 pts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we left Kubernetes — 511 pts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360920" y="4297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Trending GitHub Repos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60920" y="4636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facebook/lexical — ⭐ 12.3k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vercel/turbopack-lite — ⭐ 9.1k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openai/agents-sdk — ⭐ 7.4k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7360920" y="5715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· committed by github-actions[bot]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boring, reliable tools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was chosen to minimize moving parts — no databases, no paid APIs, no servers to maintain.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317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9" name="Image 0" descr="/home/claude/ppt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688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313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fetch, retry &amp; formatting logic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2057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3317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4" name="Image 1" descr="/home/claude/ppt/icons/j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688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2313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5488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HTTP client for API calls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21040" y="20574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0" y="23317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9" name="Image 2" descr="/home/claude/ppt/icons/githuba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468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2313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59536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cron runner (CI/CD)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0690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3434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4" name="Image 3" descr="/home/claude/ppt/icons/r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48056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 News API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440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Firebase endpoint, no key needed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480560" y="40690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754880" y="43434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9" name="Image 4" descr="/home/claude/ppt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48056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REST API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75488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repo search, token-authenticated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321040" y="40690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595360" y="43434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4" name="Image 5" descr="/home/claude/ppt/icons/markdow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448056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32688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Markdown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59536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git-diffable output format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B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cron trigger to committed report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77340" y="3314700"/>
            <a:ext cx="9034272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2587752"/>
            <a:ext cx="640080" cy="64008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B72F"/>
            </a:solidFill>
            <a:prstDash val="solid"/>
          </a:ln>
        </p:spPr>
      </p:sp>
      <p:pic>
        <p:nvPicPr>
          <p:cNvPr id="9" name="Image 0" descr="/home/claude/pp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92" y="2743200"/>
            <a:ext cx="310896" cy="310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48840" y="2194560"/>
            <a:ext cx="365760" cy="365760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11" name="Text 8"/>
          <p:cNvSpPr/>
          <p:nvPr/>
        </p:nvSpPr>
        <p:spPr>
          <a:xfrm>
            <a:off x="21488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fires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 IST daily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98648" y="23317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5868" y="2587752"/>
            <a:ext cx="640080" cy="64008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B72F"/>
            </a:solidFill>
            <a:prstDash val="solid"/>
          </a:ln>
        </p:spPr>
      </p:sp>
      <p:pic>
        <p:nvPicPr>
          <p:cNvPr id="16" name="Image 1" descr="/home/claude/ppt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743200"/>
            <a:ext cx="310896" cy="3108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07408" y="2194560"/>
            <a:ext cx="365760" cy="365760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18" name="Text 14"/>
          <p:cNvSpPr/>
          <p:nvPr/>
        </p:nvSpPr>
        <p:spPr>
          <a:xfrm>
            <a:off x="44074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90088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990088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repo &amp;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Python 3.12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157216" y="23317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74436" y="2587752"/>
            <a:ext cx="640080" cy="64008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B72F"/>
            </a:solidFill>
            <a:prstDash val="solid"/>
          </a:ln>
        </p:spPr>
      </p:sp>
      <p:pic>
        <p:nvPicPr>
          <p:cNvPr id="23" name="Image 2" descr="/home/claude/ppt/icons/r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2743200"/>
            <a:ext cx="310896" cy="31089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665976" y="2194560"/>
            <a:ext cx="365760" cy="365760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25" name="Text 20"/>
          <p:cNvSpPr/>
          <p:nvPr/>
        </p:nvSpPr>
        <p:spPr>
          <a:xfrm>
            <a:off x="6665976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248656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248656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News +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Trending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415784" y="23317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33004" y="2587752"/>
            <a:ext cx="640080" cy="64008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B72F"/>
            </a:solidFill>
            <a:prstDash val="solid"/>
          </a:ln>
        </p:spPr>
      </p:sp>
      <p:pic>
        <p:nvPicPr>
          <p:cNvPr id="30" name="Image 3" descr="/home/claude/ppt/icons/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596" y="2743200"/>
            <a:ext cx="310896" cy="31089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924544" y="2194560"/>
            <a:ext cx="365760" cy="365760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32" name="Text 26"/>
          <p:cNvSpPr/>
          <p:nvPr/>
        </p:nvSpPr>
        <p:spPr>
          <a:xfrm>
            <a:off x="8924544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507224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507224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clean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report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674352" y="23317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291572" y="2587752"/>
            <a:ext cx="640080" cy="64008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B72F"/>
            </a:solidFill>
            <a:prstDash val="solid"/>
          </a:ln>
        </p:spPr>
      </p:sp>
      <p:pic>
        <p:nvPicPr>
          <p:cNvPr id="37" name="Image 4" descr="/home/claude/ppt/icons/comm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164" y="2743200"/>
            <a:ext cx="310896" cy="310896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1183112" y="2194560"/>
            <a:ext cx="365760" cy="365760"/>
          </a:xfrm>
          <a:prstGeom prst="ellipse">
            <a:avLst/>
          </a:prstGeom>
          <a:solidFill>
            <a:srgbClr val="F0B72F"/>
          </a:solidFill>
          <a:ln/>
        </p:spPr>
      </p:sp>
      <p:sp>
        <p:nvSpPr>
          <p:cNvPr id="39" name="Text 32"/>
          <p:cNvSpPr/>
          <p:nvPr/>
        </p:nvSpPr>
        <p:spPr>
          <a:xfrm>
            <a:off x="1118311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9765792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9765792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add, commit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push NEWS.md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C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6012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B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RESILIENCE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60120" y="53492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Hacker News or GitHub is briefly unreachable, requests auto-retry with backoff; if one full source fails, the report still builds from the other. Identical output triggers no empty commit, and a concurrency lock plus rebase-retry prevents push conflicts.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principles behind the automation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21992"/>
            <a:ext cx="502920" cy="50292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8" name="Image 0" descr="/home/claude/ppt/icons/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40864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834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job never duplicates work — identical content simply skips the commit step.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19659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221992"/>
            <a:ext cx="502920" cy="50292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3" name="Image 1" descr="/home/claude/ppt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340864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2834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75488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`permissions: contents: write` scopes the auto-token to only what’s needed, nothing more.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321040" y="19659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95360" y="2221992"/>
            <a:ext cx="502920" cy="50292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8" name="Image 2" descr="/home/claude/ppt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2340864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2834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59536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exponential backoff absorb transient network failures without human intervention.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160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4416552"/>
            <a:ext cx="502920" cy="50292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3" name="Image 3" descr="/home/claude/ppt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535424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5029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14400" y="5349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Fetching, formatting and publishing are distinct steps — easy to test, debug and extend.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480560" y="4160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54880" y="4416552"/>
            <a:ext cx="502920" cy="50292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8" name="Image 4" descr="/home/claude/ppt/icons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4535424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54880" y="5029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scheduling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754880" y="5349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syntax in YAML replaces a server that would otherwise need to stay always-on.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321040" y="4160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595360" y="4416552"/>
            <a:ext cx="502920" cy="50292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3" name="Image 5" descr="/home/claude/ppt/icons/comm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4232" y="4535424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95360" y="5029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as a database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595360" y="5349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day’s report is a versioned, diffable commit — a free audit trail with no extra storage.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 Markdown file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produces clean, structured data — the natural next step is putting it in front of users where they already are.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51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D1117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9" name="Image 0" descr="/home/claude/ppt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8529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3611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Frontend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40690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React dashboard that renders NEWS.md as a searchable, filterable feed instead of a raw file.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937760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Text 10"/>
          <p:cNvSpPr/>
          <p:nvPr/>
        </p:nvSpPr>
        <p:spPr>
          <a:xfrm>
            <a:off x="1261872" y="48188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 (HN vs. GitHub)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5321808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61872" y="52029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archive browser by date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5705856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7" name="Text 14"/>
          <p:cNvSpPr/>
          <p:nvPr/>
        </p:nvSpPr>
        <p:spPr>
          <a:xfrm>
            <a:off x="1261872" y="558698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&amp; share individual stories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22860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9400" y="2651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20" name="Image 1" descr="/home/claude/ppt/icons/chr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85292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29400" y="3611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Extension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629400" y="40690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"new tab" style extension that surfaces today’s top stories and repos the moment a new browser tab opens.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29400" y="493776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0"/>
          <p:cNvSpPr/>
          <p:nvPr/>
        </p:nvSpPr>
        <p:spPr>
          <a:xfrm>
            <a:off x="6885432" y="48188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New-tab override with live feed widget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629400" y="532180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6" name="Text 22"/>
          <p:cNvSpPr/>
          <p:nvPr/>
        </p:nvSpPr>
        <p:spPr>
          <a:xfrm>
            <a:off x="6885432" y="52029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notifications for top-ranked stories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5705856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8" name="Text 24"/>
          <p:cNvSpPr/>
          <p:nvPr/>
        </p:nvSpPr>
        <p:spPr>
          <a:xfrm>
            <a:off x="6885432" y="558698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sync with the frontend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029200"/>
            <a:ext cx="4114800" cy="41148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4" name="Image 0" descr="/home/claude/ppt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Tech News — built to prove that useful automation doesn’t need a server, a budget, or a babysitter.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206240"/>
            <a:ext cx="914400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480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Priyanshu Sharma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0080" y="56235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C253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623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56235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C25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5623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feedback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809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Daksh Dixit</cp:lastModifiedBy>
  <cp:revision>2</cp:revision>
  <dcterms:created xsi:type="dcterms:W3CDTF">2026-07-14T04:45:07Z</dcterms:created>
  <dcterms:modified xsi:type="dcterms:W3CDTF">2026-07-14T05:19:42Z</dcterms:modified>
</cp:coreProperties>
</file>